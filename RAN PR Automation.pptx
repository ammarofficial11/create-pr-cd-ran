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Telecom PR Automation - User Flow Guide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Main Entry Point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  <a:p>
            <a:r>
              <a:rPr lang="en-US"/>
              <a:t>run_pipeline.py</a:t>
            </a:r>
            <a:endParaRPr lang="en-US"/>
          </a:p>
          <a:p>
            <a:endParaRPr lang="en-US"/>
          </a:p>
          <a:p>
            <a:r>
              <a:rPr lang="en-US"/>
              <a:t>This is the master script.</a:t>
            </a:r>
            <a:endParaRPr lang="en-US"/>
          </a:p>
          <a:p>
            <a:endParaRPr lang="en-US"/>
          </a:p>
          <a:p>
            <a:r>
              <a:rPr lang="en-US"/>
              <a:t>User should normally run: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430" y="4948555"/>
            <a:ext cx="717232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This script should execute the complete workflow:</a:t>
            </a:r>
            <a:endParaRPr 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53845" y="1407160"/>
            <a:ext cx="2540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BOM.xlsx</a:t>
            </a:r>
            <a:endParaRPr lang="en-US"/>
          </a:p>
          <a:p>
            <a:r>
              <a:rPr lang="en-US"/>
              <a:t>    +</a:t>
            </a:r>
            <a:endParaRPr lang="en-US"/>
          </a:p>
          <a:p>
            <a:r>
              <a:rPr lang="en-US"/>
              <a:t>EPMS.xlsx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Normalize Data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Calculate Quantities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Generate PR Lines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Generate General Items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Merge PR + General Items</a:t>
            </a:r>
            <a:endParaRPr lang="en-US"/>
          </a:p>
          <a:p>
            <a:r>
              <a:rPr lang="en-US"/>
              <a:t>    ↓</a:t>
            </a:r>
            <a:endParaRPr lang="en-US"/>
          </a:p>
          <a:p>
            <a:r>
              <a:rPr lang="en-US"/>
              <a:t>Generate ECC Output Excel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97370" y="4551045"/>
            <a:ext cx="5004435" cy="561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720" y="5222875"/>
            <a:ext cx="4363085" cy="747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1:simple_normalize.py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66340" y="1843405"/>
            <a:ext cx="6877050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2:simple_calculation.py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5325" y="1825625"/>
            <a:ext cx="53390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Step 3:simple_pr_generator.py</a:t>
            </a:r>
            <a:endParaRPr lang="en-US" b="1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2794635"/>
            <a:ext cx="5181600" cy="241300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9250" y="1825625"/>
            <a:ext cx="37452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>
                <a:sym typeface="+mn-ea"/>
              </a:rPr>
              <a:t>Step 4:simple_ecc_export.py</a:t>
            </a:r>
            <a:endParaRPr lang="en-US" b="1"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24230" y="1825625"/>
            <a:ext cx="48272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Debug Tools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2649220"/>
            <a:ext cx="5181600" cy="27031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7700" y="2205990"/>
            <a:ext cx="33978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debug_export_calculated_excel.py</a:t>
            </a:r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467610"/>
            <a:ext cx="5181600" cy="30664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981700" y="2004060"/>
            <a:ext cx="41122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debug_compare_bom_logic.py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Debug Tools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47700" y="2205990"/>
            <a:ext cx="32219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ym typeface="+mn-ea"/>
              </a:rPr>
              <a:t>debug_general_item_analysis.py</a:t>
            </a:r>
            <a:endParaRPr lang="en-US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981700" y="2004060"/>
            <a:ext cx="45218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debug_general_item_rejection_analysis.py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2574290"/>
            <a:ext cx="5181600" cy="311213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277745"/>
            <a:ext cx="518160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Configuration Files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47700" y="1290955"/>
            <a:ext cx="16465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ym typeface="+mn-ea"/>
              </a:rPr>
              <a:t>MainConfig.xlsx</a:t>
            </a:r>
            <a:endParaRPr lang="en-US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981700" y="1290955"/>
            <a:ext cx="54463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GENERAL ITEM FOR ALL DU PROJECT Overall.xlsx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1987550"/>
            <a:ext cx="5181600" cy="2196465"/>
          </a:xfrm>
          <a:prstGeom prst="rect">
            <a:avLst/>
          </a:prstGeom>
        </p:spPr>
      </p:pic>
      <p:pic>
        <p:nvPicPr>
          <p:cNvPr id="9" name="Content Placeholder 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069465"/>
            <a:ext cx="5181600" cy="203263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47700" y="4497070"/>
            <a:ext cx="54463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EPMS.xlsx</a:t>
            </a: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4865370"/>
            <a:ext cx="4533265" cy="1860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Troubleshooting Quick Reference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6" name="Content Placeholder 5"/>
          <p:cNvGraphicFramePr/>
          <p:nvPr>
            <p:ph sz="half" idx="1"/>
          </p:nvPr>
        </p:nvGraphicFramePr>
        <p:xfrm>
          <a:off x="647700" y="1825625"/>
          <a:ext cx="5181600" cy="4526280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2590800"/>
                <a:gridCol w="2590800"/>
              </a:tblGrid>
              <a:tr h="2743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/>
                        <a:t>Problem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/>
                        <a:t>Check First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Equipment Qty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simple_normalized.json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Feeder Qty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simple_calculated.json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BBU Cards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CalculationRules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Missing PR Item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simple_pr_output.json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Missing General Item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general_pr_output.json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2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Location General Item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GeneralItem_RejectionAnalysis.xlsx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4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PBOM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MainRuleTable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Wrong Unit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MainRuleTable Column J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Missing ECC Line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simple_ecc_export.py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29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ECC Output Wrong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/>
                        <a:t>ECC_PR_Output_With_GeneralItems.xlsx</a:t>
                      </a:r>
                      <a:endParaRPr lang="en-US" sz="8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Recommended User Testing Flow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34060" y="1295400"/>
            <a:ext cx="5181600" cy="152209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4060" y="2935605"/>
            <a:ext cx="5181600" cy="17481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15" y="2690495"/>
            <a:ext cx="5018405" cy="1830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115" y="4797425"/>
            <a:ext cx="5019040" cy="1835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10" name="Content Placeholder 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5181600" cy="195199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896610" y="1584325"/>
            <a:ext cx="3825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python -m uvicorn api.app:app --reload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896610" y="2705735"/>
            <a:ext cx="62096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python -m uvicorn api.app:app --host 0.0.0.0 --port 8000 --reload</a:t>
            </a:r>
            <a:endParaRPr lang="en-US"/>
          </a:p>
        </p:txBody>
      </p:sp>
      <p:pic>
        <p:nvPicPr>
          <p:cNvPr id="13" name="Content Placeholder 1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3860165"/>
            <a:ext cx="5181600" cy="145796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6045835" y="3860165"/>
            <a:ext cx="5117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http://127.0.0.1:8000/docs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045835" y="4611370"/>
            <a:ext cx="57562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http://127.0.0.1:8000/openapi.json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96900" y="245110"/>
            <a:ext cx="3937000" cy="22104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981700" y="166243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http://127.0.0.1:8000/ui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045835" y="277812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</a:t>
            </a:r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9275" y="2585085"/>
            <a:ext cx="4032885" cy="43516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826000" y="3106420"/>
            <a:ext cx="49695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netstat -ano | findstr :8000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5310505" y="4697730"/>
            <a:ext cx="43129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netstat -ano | findstr :8000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713605" y="544131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taskkill /F /PID 54640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4713605" y="6384290"/>
            <a:ext cx="59905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python -m uvicorn api.app:app --reload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31800" y="822325"/>
            <a:ext cx="4815840" cy="43516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396865" y="1290320"/>
            <a:ext cx="46666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python -m uvicorn api.app:app</a:t>
            </a:r>
            <a:endParaRPr lang="en-US"/>
          </a:p>
        </p:txBody>
      </p:sp>
      <p:pic>
        <p:nvPicPr>
          <p:cNvPr id="11" name="Content Placeholder 1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336800"/>
            <a:ext cx="5181600" cy="332867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6529705" y="6003925"/>
            <a:ext cx="5090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http://127.0.0.1:8000/projects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570865" y="30480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Full Daily Workflow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70865" y="1337945"/>
            <a:ext cx="5181600" cy="41814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838190" y="1394460"/>
            <a:ext cx="46158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python -m uvicorn api.app:app --reload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898515" y="214693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http://127.0.0.1:8000/ui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45465" y="36512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Network Access (Another PC)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82625" y="1321435"/>
            <a:ext cx="5181600" cy="29552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90" y="883285"/>
            <a:ext cx="4314825" cy="1200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285" y="2178050"/>
            <a:ext cx="2601595" cy="1920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1654</Words>
  <Application>WPS Presentation</Application>
  <PresentationFormat>宽屏</PresentationFormat>
  <Paragraphs>136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Telecom PR Automation - User Flow Guide</vt:lpstr>
      <vt:lpstr>Main Entry Point</vt:lpstr>
      <vt:lpstr>This script should execute the complete workflow:</vt:lpstr>
      <vt:lpstr>Step 1:simple_normalize.py</vt:lpstr>
      <vt:lpstr>Step 2:simple_calculation.py</vt:lpstr>
      <vt:lpstr>Step 3:simple_pr_generator.py</vt:lpstr>
      <vt:lpstr>Step 4:simple_ecc_export.py</vt:lpstr>
      <vt:lpstr>Debug Tools</vt:lpstr>
      <vt:lpstr>Debug Tools</vt:lpstr>
      <vt:lpstr>Configuration Files</vt:lpstr>
      <vt:lpstr>Troubleshooting Quick Reference</vt:lpstr>
      <vt:lpstr>Recommended User Testing Flow</vt:lpstr>
      <vt:lpstr>Recommended User Testing Flow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10337966</dc:creator>
  <cp:lastModifiedBy>10337966</cp:lastModifiedBy>
  <cp:revision>4</cp:revision>
  <dcterms:created xsi:type="dcterms:W3CDTF">2026-06-08T03:17:00Z</dcterms:created>
  <dcterms:modified xsi:type="dcterms:W3CDTF">2026-06-15T02:12:23Z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1033-11.8.2.8398</vt:lpwstr>
  </property>
</Properties>
</file>