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深色样式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59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p>
            <a:r>
              <a:rPr lang="en-US"/>
              <a:t>Telecom PR Automation - User Flow Guide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Main Entry Point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  <a:p>
            <a:r>
              <a:rPr lang="en-US"/>
              <a:t>run_pipeline.py</a:t>
            </a:r>
            <a:endParaRPr lang="en-US"/>
          </a:p>
          <a:p>
            <a:endParaRPr lang="en-US"/>
          </a:p>
          <a:p>
            <a:r>
              <a:rPr lang="en-US"/>
              <a:t>This is the master script.</a:t>
            </a:r>
            <a:endParaRPr lang="en-US"/>
          </a:p>
          <a:p>
            <a:endParaRPr lang="en-US"/>
          </a:p>
          <a:p>
            <a:r>
              <a:rPr lang="en-US"/>
              <a:t>User should normally run: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4430" y="4948555"/>
            <a:ext cx="7172325" cy="12287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>
                <a:sym typeface="+mn-ea"/>
              </a:rPr>
              <a:t>This script should execute the complete workflow:</a:t>
            </a:r>
            <a:endParaRPr lang="en-US"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1553845" y="1407160"/>
            <a:ext cx="2540000" cy="47999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BOM.xlsx</a:t>
            </a:r>
            <a:endParaRPr lang="en-US"/>
          </a:p>
          <a:p>
            <a:r>
              <a:rPr lang="en-US"/>
              <a:t>    +</a:t>
            </a:r>
            <a:endParaRPr lang="en-US"/>
          </a:p>
          <a:p>
            <a:r>
              <a:rPr lang="en-US"/>
              <a:t>EPMS.xlsx</a:t>
            </a:r>
            <a:endParaRPr lang="en-US"/>
          </a:p>
          <a:p>
            <a:r>
              <a:rPr lang="en-US"/>
              <a:t>    ↓</a:t>
            </a:r>
            <a:endParaRPr lang="en-US"/>
          </a:p>
          <a:p>
            <a:r>
              <a:rPr lang="en-US"/>
              <a:t>Normalize Data</a:t>
            </a:r>
            <a:endParaRPr lang="en-US"/>
          </a:p>
          <a:p>
            <a:r>
              <a:rPr lang="en-US"/>
              <a:t>    ↓</a:t>
            </a:r>
            <a:endParaRPr lang="en-US"/>
          </a:p>
          <a:p>
            <a:r>
              <a:rPr lang="en-US"/>
              <a:t>Calculate Quantities</a:t>
            </a:r>
            <a:endParaRPr lang="en-US"/>
          </a:p>
          <a:p>
            <a:r>
              <a:rPr lang="en-US"/>
              <a:t>    ↓</a:t>
            </a:r>
            <a:endParaRPr lang="en-US"/>
          </a:p>
          <a:p>
            <a:r>
              <a:rPr lang="en-US"/>
              <a:t>Generate PR Lines</a:t>
            </a:r>
            <a:endParaRPr lang="en-US"/>
          </a:p>
          <a:p>
            <a:r>
              <a:rPr lang="en-US"/>
              <a:t>    ↓</a:t>
            </a:r>
            <a:endParaRPr lang="en-US"/>
          </a:p>
          <a:p>
            <a:r>
              <a:rPr lang="en-US"/>
              <a:t>Generate General Items</a:t>
            </a:r>
            <a:endParaRPr lang="en-US"/>
          </a:p>
          <a:p>
            <a:r>
              <a:rPr lang="en-US"/>
              <a:t>    ↓</a:t>
            </a:r>
            <a:endParaRPr lang="en-US"/>
          </a:p>
          <a:p>
            <a:r>
              <a:rPr lang="en-US"/>
              <a:t>Merge PR + General Items</a:t>
            </a:r>
            <a:endParaRPr lang="en-US"/>
          </a:p>
          <a:p>
            <a:r>
              <a:rPr lang="en-US"/>
              <a:t>    ↓</a:t>
            </a:r>
            <a:endParaRPr lang="en-US"/>
          </a:p>
          <a:p>
            <a:r>
              <a:rPr lang="en-US"/>
              <a:t>Generate ECC Output Excel</a:t>
            </a:r>
            <a:endParaRPr lang="en-US"/>
          </a:p>
        </p:txBody>
      </p:sp>
      <p:pic>
        <p:nvPicPr>
          <p:cNvPr id="6" name="Content Placeholder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897370" y="4551045"/>
            <a:ext cx="5004435" cy="5619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720" y="5222875"/>
            <a:ext cx="4363085" cy="7473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Step 1:simple_normalize.py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466340" y="1843405"/>
            <a:ext cx="6877050" cy="4314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Step 2:simple_calculation.py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235325" y="1825625"/>
            <a:ext cx="533908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b="1"/>
              <a:t>Step 3:simple_pr_generator.py</a:t>
            </a:r>
            <a:endParaRPr lang="en-US" b="1"/>
          </a:p>
        </p:txBody>
      </p:sp>
      <p:pic>
        <p:nvPicPr>
          <p:cNvPr id="7" name="Content Placeholder 6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647700" y="2794635"/>
            <a:ext cx="5181600" cy="2413000"/>
          </a:xfrm>
          <a:prstGeom prst="rect">
            <a:avLst/>
          </a:prstGeom>
        </p:spPr>
      </p:pic>
      <p:pic>
        <p:nvPicPr>
          <p:cNvPr id="8" name="Content Placeholder 7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99250" y="1825625"/>
            <a:ext cx="374523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 b="1">
                <a:sym typeface="+mn-ea"/>
              </a:rPr>
              <a:t>Step 4:simple_ecc_export.py</a:t>
            </a:r>
            <a:endParaRPr lang="en-US" b="1">
              <a:sym typeface="+mn-ea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p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824230" y="1825625"/>
            <a:ext cx="482727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/>
              <a:t>Debug Tools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647700" y="2649220"/>
            <a:ext cx="5181600" cy="270319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47700" y="2205990"/>
            <a:ext cx="339788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sym typeface="+mn-ea"/>
              </a:rPr>
              <a:t>debug_export_calculated_excel.py</a:t>
            </a:r>
            <a:endParaRPr lang="en-US"/>
          </a:p>
        </p:txBody>
      </p:sp>
      <p:pic>
        <p:nvPicPr>
          <p:cNvPr id="7" name="Content Placeholder 6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81700" y="2467610"/>
            <a:ext cx="5181600" cy="306641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5981700" y="2004060"/>
            <a:ext cx="41122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debug_compare_bom_logic.py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/>
              <a:t>Debug Tools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647700" y="2205990"/>
            <a:ext cx="322199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>
                <a:sym typeface="+mn-ea"/>
              </a:rPr>
              <a:t>debug_general_item_analysis.py</a:t>
            </a:r>
            <a:endParaRPr lang="en-US">
              <a:sym typeface="+mn-ea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5981700" y="2004060"/>
            <a:ext cx="452183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debug_general_item_rejection_analysis.py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647700" y="2574290"/>
            <a:ext cx="5181600" cy="3112135"/>
          </a:xfrm>
          <a:prstGeom prst="rect">
            <a:avLst/>
          </a:prstGeom>
        </p:spPr>
      </p:pic>
      <p:pic>
        <p:nvPicPr>
          <p:cNvPr id="10" name="Content Placeholder 9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81700" y="2277745"/>
            <a:ext cx="5181600" cy="34461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/>
              <a:t>Configuration Files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647700" y="1290955"/>
            <a:ext cx="1646555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algn="l"/>
            <a:r>
              <a:rPr lang="en-US">
                <a:sym typeface="+mn-ea"/>
              </a:rPr>
              <a:t>MainConfig.xlsx</a:t>
            </a:r>
            <a:endParaRPr lang="en-US">
              <a:sym typeface="+mn-ea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5981700" y="1290955"/>
            <a:ext cx="544639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GENERAL ITEM FOR ALL DU PROJECT Overall.xlsx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647700" y="1987550"/>
            <a:ext cx="5181600" cy="2196465"/>
          </a:xfrm>
          <a:prstGeom prst="rect">
            <a:avLst/>
          </a:prstGeom>
        </p:spPr>
      </p:pic>
      <p:pic>
        <p:nvPicPr>
          <p:cNvPr id="9" name="Content Placeholder 8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81700" y="2069465"/>
            <a:ext cx="5181600" cy="2032635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647700" y="4497070"/>
            <a:ext cx="544639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EPMS.xlsx</a:t>
            </a:r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865370"/>
            <a:ext cx="4533265" cy="1860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Troubleshooting Quick Reference</a:t>
            </a:r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p>
            <a:endParaRPr lang="en-US"/>
          </a:p>
        </p:txBody>
      </p:sp>
      <p:graphicFrame>
        <p:nvGraphicFramePr>
          <p:cNvPr id="6" name="Content Placeholder 5"/>
          <p:cNvGraphicFramePr/>
          <p:nvPr>
            <p:ph sz="half" idx="1"/>
          </p:nvPr>
        </p:nvGraphicFramePr>
        <p:xfrm>
          <a:off x="647700" y="1825625"/>
          <a:ext cx="5181600" cy="4526280"/>
        </p:xfrm>
        <a:graphic>
          <a:graphicData uri="http://schemas.openxmlformats.org/drawingml/2006/table">
            <a:tbl>
              <a:tblPr firstRow="1">
                <a:tableStyleId>{5202B0CA-FC54-4496-8BCA-5EF66A818D29}</a:tableStyleId>
              </a:tblPr>
              <a:tblGrid>
                <a:gridCol w="2590800"/>
                <a:gridCol w="2590800"/>
              </a:tblGrid>
              <a:tr h="274320"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800"/>
                        <a:t>Problem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 algn="ctr">
                        <a:buNone/>
                      </a:pPr>
                      <a:r>
                        <a:rPr lang="en-US" sz="800"/>
                        <a:t>Check First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7510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Wrong Equipment Qty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simple_normalized.json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8145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Wrong Feeder Qty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simple_calculated.json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7510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Wrong BBU Cards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CalculationRules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8145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Missing PR Item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simple_pr_output.json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7510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Missing General Item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general_pr_output.json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0225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Wrong Location General Item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GeneralItem_RejectionAnalysis.xlsx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74320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Wrong PBOM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MainRuleTable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7510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Wrong Unit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MainRuleTable Column J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98145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Missing ECC Line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simple_ecc_export.py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2940"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ECC Output Wrong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indent="0">
                        <a:buNone/>
                      </a:pPr>
                      <a:r>
                        <a:rPr lang="en-US" sz="800"/>
                        <a:t>ECC_PR_Output_With_GeneralItems.xlsx</a:t>
                      </a:r>
                      <a:endParaRPr lang="en-US" sz="800"/>
                    </a:p>
                  </a:txBody>
                  <a:tcPr marL="12700" marR="12700" marT="12700" vert="horz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Recommended User Testing Flow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734060" y="1295400"/>
            <a:ext cx="5181600" cy="152209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4060" y="2935605"/>
            <a:ext cx="5181600" cy="174815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115" y="2690495"/>
            <a:ext cx="5018405" cy="183007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115" y="4797425"/>
            <a:ext cx="5019040" cy="1835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1162</Words>
  <Application>WPS Presentation</Application>
  <PresentationFormat>宽屏</PresentationFormat>
  <Paragraphs>104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Arial</vt:lpstr>
      <vt:lpstr>SimSun</vt:lpstr>
      <vt:lpstr>Wingdings</vt:lpstr>
      <vt:lpstr>Calibri Light</vt:lpstr>
      <vt:lpstr>Arial Unicode MS</vt:lpstr>
      <vt:lpstr>Microsoft YaHei</vt:lpstr>
      <vt:lpstr>Calibri</vt:lpstr>
      <vt:lpstr>Calibri</vt:lpstr>
      <vt:lpstr>Office Theme</vt:lpstr>
      <vt:lpstr>PowerPoint 演示文稿</vt:lpstr>
      <vt:lpstr>PowerPoint 演示文稿</vt:lpstr>
      <vt:lpstr>Main Entry Point</vt:lpstr>
      <vt:lpstr>PowerPoint 演示文稿</vt:lpstr>
      <vt:lpstr>Step 1:simple_normalize.py</vt:lpstr>
      <vt:lpstr>Step 2:simple_calculation.py</vt:lpstr>
      <vt:lpstr>PowerPoint 演示文稿</vt:lpstr>
      <vt:lpstr>PowerPoint 演示文稿</vt:lpstr>
      <vt:lpstr>Debug Tools</vt:lpstr>
      <vt:lpstr>Debug Tools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10337966</dc:creator>
  <cp:lastModifiedBy>10337966</cp:lastModifiedBy>
  <cp:revision>2</cp:revision>
  <dcterms:created xsi:type="dcterms:W3CDTF">2026-06-08T03:17:28Z</dcterms:created>
  <dcterms:modified xsi:type="dcterms:W3CDTF">2026-06-08T03:36:27Z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1033-11.8.2.8398</vt:lpwstr>
  </property>
</Properties>
</file>